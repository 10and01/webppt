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数据分析报告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716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结论一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828800"/>
            <a:ext cx="723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F172A"/>
                </a:solidFill>
              </a:rPr>
              <a:t>• 结论二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Heading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371600"/>
            <a:ext cx="7239000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哈哈哈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 1</dc:title>
  <dc:subject>Deck 1</dc:subject>
  <dc:creator>WEB-PPT</dc:creator>
  <cp:lastModifiedBy>WEB-PPT</cp:lastModifiedBy>
  <cp:revision>1</cp:revision>
  <dcterms:created xsi:type="dcterms:W3CDTF">2026-03-21T08:32:28Z</dcterms:created>
  <dcterms:modified xsi:type="dcterms:W3CDTF">2026-03-21T08:32:28Z</dcterms:modified>
</cp:coreProperties>
</file>