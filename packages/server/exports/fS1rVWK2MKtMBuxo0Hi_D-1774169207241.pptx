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?????????????????????????????,???????????,??????????????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2098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 -&gt; ??? -&gt; ?????? -&gt; ?????? -&gt; ????? -&gt; ???????????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3505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????:??????????????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??????(EMC)??????????????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4419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????ESG????????????????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CCER???????????????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2004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1475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 -&gt; ???? -&gt; ???? -&gt; ????? -&gt; ???? -&gt; ???? -&gt; ???? -&gt; ???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???????????,????????????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????:????????????????????????????????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325755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??:???????????????????????????????????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719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??????????,???????????????????????????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Neutral Business Model</dc:title>
  <dc:subject>Carbon Neutral Business Model</dc:subject>
  <dc:creator>WEB-PPT</dc:creator>
  <cp:lastModifiedBy>WEB-PPT</cp:lastModifiedBy>
  <cp:revision>1</cp:revision>
  <dcterms:created xsi:type="dcterms:W3CDTF">2026-03-22T08:46:47Z</dcterms:created>
  <dcterms:modified xsi:type="dcterms:W3CDTF">2026-03-22T08:46:47Z</dcterms:modified>
</cp:coreProperties>
</file>