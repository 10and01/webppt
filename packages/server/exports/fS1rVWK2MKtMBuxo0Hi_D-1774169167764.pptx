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????????:???????????????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62000" y="1371600"/>
            <a:ext cx="7239000" cy="7429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F172A"/>
                </a:solidFill>
              </a:rPr>
              <a:t>?????????????????????????????,???????????,??????????????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62000" y="2209800"/>
            <a:ext cx="7239000" cy="7429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F172A"/>
                </a:solidFill>
              </a:rPr>
              <a:t>???? -&gt; ??? -&gt; ?????? -&gt; ?????? -&gt; ????? -&gt; ???????????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62000" y="3048000"/>
            <a:ext cx="7239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F172A"/>
                </a:solidFill>
              </a:rPr>
              <a:t>• ?????????????????????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62000" y="3505200"/>
            <a:ext cx="7239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F172A"/>
                </a:solidFill>
              </a:rPr>
              <a:t>• ????:??????????????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62000" y="3962400"/>
            <a:ext cx="7239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F172A"/>
                </a:solidFill>
              </a:rPr>
              <a:t>• ??????(EMC)??????????????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62000" y="4419600"/>
            <a:ext cx="7239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F172A"/>
                </a:solidFill>
              </a:rPr>
              <a:t>• ??????????????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????????:??????????????? (cont.)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62000" y="1371600"/>
            <a:ext cx="7239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F172A"/>
                </a:solidFill>
              </a:rPr>
              <a:t>• ????ESG????????????????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62000" y="1828800"/>
            <a:ext cx="7239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F172A"/>
                </a:solidFill>
              </a:rPr>
              <a:t>• ??????????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62000" y="2286000"/>
            <a:ext cx="7239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F172A"/>
                </a:solidFill>
              </a:rPr>
              <a:t>• CCER???????????????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62000" y="2743200"/>
            <a:ext cx="7239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F172A"/>
                </a:solidFill>
              </a:rPr>
              <a:t>• ??????????????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62000" y="3200400"/>
            <a:ext cx="7239000" cy="419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F172A"/>
                </a:solidFill>
              </a:rPr>
              <a:t>?????????????????????????????????????????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62000" y="3714750"/>
            <a:ext cx="7239000" cy="7429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F172A"/>
                </a:solidFill>
              </a:rPr>
              <a:t>?? -&gt; ???? -&gt; ???? -&gt; ????? -&gt; ???? -&gt; ???? -&gt; ???? -&gt; ???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????????:??????????????? (cont.)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62000" y="1371600"/>
            <a:ext cx="7239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F172A"/>
                </a:solidFill>
              </a:rPr>
              <a:t>• ???????????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62000" y="1828800"/>
            <a:ext cx="7239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F172A"/>
                </a:solidFill>
              </a:rPr>
              <a:t>• ?????????????????????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62000" y="2286000"/>
            <a:ext cx="7239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F172A"/>
                </a:solidFill>
              </a:rPr>
              <a:t>• ???????????,????????????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62000" y="2743200"/>
            <a:ext cx="7239000" cy="419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F172A"/>
                </a:solidFill>
              </a:rPr>
              <a:t>????:????????????????????????????????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62000" y="3257550"/>
            <a:ext cx="7239000" cy="419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F172A"/>
                </a:solidFill>
              </a:rPr>
              <a:t>??:???????????????????????????????????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62000" y="3771900"/>
            <a:ext cx="7239000" cy="419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F172A"/>
                </a:solidFill>
              </a:rPr>
              <a:t>??????????,???????????????????????????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Carbon Neutral Business Model</dc:title>
  <dc:subject>Carbon Neutral Business Model</dc:subject>
  <dc:creator>WEB-PPT</dc:creator>
  <cp:lastModifiedBy>WEB-PPT</cp:lastModifiedBy>
  <cp:revision>1</cp:revision>
  <dcterms:created xsi:type="dcterms:W3CDTF">2026-03-22T08:46:07Z</dcterms:created>
  <dcterms:modified xsi:type="dcterms:W3CDTF">2026-03-22T08:46:07Z</dcterms:modified>
</cp:coreProperties>
</file>