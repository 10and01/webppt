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Slide 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143000" y="1143000"/>
            <a:ext cx="1714500" cy="762000"/>
          </a:xfrm>
          <a:prstGeom prst="rect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143000"/>
            <a:ext cx="1714500" cy="762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143000"/>
            <a:ext cx="1714500" cy="762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1143000"/>
            <a:ext cx="1714500" cy="7620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1143000"/>
            <a:ext cx="1714500" cy="762000"/>
          </a:xfrm>
          <a:prstGeom prst="rect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1143000"/>
            <a:ext cx="1714500" cy="762000"/>
          </a:xfrm>
          <a:prstGeom prst="rect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143000"/>
            <a:ext cx="1714500" cy="762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1143000"/>
            <a:ext cx="1714500" cy="762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1143000"/>
            <a:ext cx="1714500" cy="7620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43000" y="1143000"/>
            <a:ext cx="1714500" cy="762000"/>
          </a:xfrm>
          <a:prstGeom prst="rect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1143000"/>
            <a:ext cx="1714500" cy="762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1143000"/>
            <a:ext cx="1714500" cy="762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1143000"/>
            <a:ext cx="1714500" cy="7620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1143000"/>
            <a:ext cx="1714500" cy="76200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8900" y="4752975"/>
            <a:ext cx="1714500" cy="762000"/>
          </a:xfrm>
          <a:prstGeom prst="rtTriangle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3000" y="1143000"/>
            <a:ext cx="1714500" cy="762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1143000"/>
            <a:ext cx="1714500" cy="762000"/>
          </a:xfrm>
          <a:prstGeom prst="rtTriangle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1143000"/>
            <a:ext cx="1714500" cy="762000"/>
          </a:xfrm>
          <a:prstGeom prst="diamond">
            <a:avLst/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Smoke</dc:title>
  <dc:subject>PPTX Smoke</dc:subject>
  <dc:creator>WEB-PPT</dc:creator>
  <cp:lastModifiedBy>WEB-PPT</cp:lastModifiedBy>
  <cp:revision>1</cp:revision>
  <dcterms:created xsi:type="dcterms:W3CDTF">2026-03-21T07:44:12Z</dcterms:created>
  <dcterms:modified xsi:type="dcterms:W3CDTF">2026-03-21T07:44:12Z</dcterms:modified>
</cp:coreProperties>
</file>